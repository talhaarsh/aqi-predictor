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REAL-TIME · SERVERLESS · MLOps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 AQI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004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Pipeline for 72-Hour Air Quality Forecasting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337560"/>
            <a:ext cx="20116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337560"/>
            <a:ext cx="20116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4096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32888" y="3337560"/>
            <a:ext cx="20116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3337560"/>
            <a:ext cx="20116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32888" y="4096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45736" y="3337560"/>
            <a:ext cx="20116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3337560"/>
            <a:ext cx="20116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45736" y="4096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58584" y="3337560"/>
            <a:ext cx="20116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58584" y="3337560"/>
            <a:ext cx="20116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8584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58584" y="4096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Arsh  ·  10Pearls Shine Program 2026  ·  aqi-predictor-10pearls.streamlit.app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Karachi's Air Crisis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30352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72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15 Million Residents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largest city with one of the world's worst air quality records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258568"/>
            <a:ext cx="530352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Persistent Moderate-Unhealthy AQI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877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AQI 86 over 2 years · 96.2% of time in Moderate or worse category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099816"/>
            <a:ext cx="530352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 No Public Forecast 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freely accessible AQI forecasting tool existed for Karachi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941064"/>
            <a:ext cx="530352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95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Real Health Stakes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70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 matter exposure causes cardiovascular and respiratory disease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1417320"/>
            <a:ext cx="2880360" cy="3364992"/>
          </a:xfrm>
          <a:prstGeom prst="rect">
            <a:avLst/>
          </a:prstGeom>
          <a:solidFill>
            <a:srgbClr val="0F172A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600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AQI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148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0" dirty="0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34930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(51-100 EPA scale)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3822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75.4% of all readings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Serverless MLOps Pipeline</a:t>
            </a:r>
            <a:endParaRPr lang="en-US" sz="3400" dirty="0"/>
          </a:p>
        </p:txBody>
      </p:sp>
      <p:pic>
        <p:nvPicPr>
          <p:cNvPr id="5" name="Image 0" descr="/home/claude/ArchDi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34440"/>
            <a:ext cx="850392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TalhaArsh/aqi-predictor  ·  Live: aqi-predictor-10pearls.streamlit.app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· Hourly · Zero API Key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50292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002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5179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773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CAMS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+ 6 pollutants + 6 weather vars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13432"/>
            <a:ext cx="50292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45059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3682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624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Parquet in GitHub Actions 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live-parquet-v2-{N}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50292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30098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2186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474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features: lags · rolling means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rates · cyclical time encoding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14216"/>
            <a:ext cx="50292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151376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43251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Cloud · 99 keys · TTL=2h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aqi_predictor:features:Karachi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463040"/>
            <a:ext cx="3154680" cy="34015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1554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Features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60720" y="1993392"/>
            <a:ext cx="5486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993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Pollutants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1993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2350008"/>
            <a:ext cx="54864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Weather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0" y="2350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2706624"/>
            <a:ext cx="54864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46720" y="27066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3063240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Lags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0" y="3063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0720" y="3419856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3419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46720" y="34198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3776472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Rates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46720" y="3776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60720" y="4133088"/>
            <a:ext cx="5486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 Lags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046720" y="41330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60720" y="4489704"/>
            <a:ext cx="54864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0" y="4489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Lags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046720" y="44897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cron: "17 * * * *"  — 24×/day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1417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Impute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957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rolling window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2,089 rows · 96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0008" y="2231136"/>
            <a:ext cx="182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1325880"/>
            <a:ext cx="20116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17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32888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24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32888" y="23957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· RF · CatBoost · XGBoost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6 horizons in parallel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62856" y="2231136"/>
            <a:ext cx="182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1325880"/>
            <a:ext cx="20116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04688" y="1417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468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45736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45736" y="23957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MAE · R²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80/10/10 split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75704" y="2231136"/>
            <a:ext cx="182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58584" y="1325880"/>
            <a:ext cx="20116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17536" y="1417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1753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58584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58584" y="23957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competitors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winner → Production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429000"/>
            <a:ext cx="85039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930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Models — Latest Production Registry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38221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38221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61488" y="38221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68496" y="38221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75504" y="38221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82512" y="38221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38221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0599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554480" y="405993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61488" y="405993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968496" y="405993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75504" y="405993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82512" y="405993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589520" y="405993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0040" y="42976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554480" y="42976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±0.9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761488" y="42976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±2.3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968496" y="42976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±4.6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175504" y="42976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±4.1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82512" y="42976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±12.3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589520" y="42976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±5.8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20040" y="4535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54480" y="45354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761488" y="45354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968496" y="45354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175504" y="45354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0.785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82512" y="45354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-11.77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589520" y="45354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-2.78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cron: "17 2 * * *"  — Daily at 02:17 UTC · ~35 min run time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SHAP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630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AQI Distribution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8013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32–161 · Mean 86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75.4% Moderate · 21.2% Unhealthy-S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25880"/>
            <a:ext cx="27432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2588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4630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Temporal Peak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74136" y="18013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13-14 UTC (18-19 PKT)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weekday pattern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1325880"/>
            <a:ext cx="27432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32588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4630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PM2.5 Dominant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18504" y="18013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r=0.72 with AQI — strongest predictor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shows non-linear SHAP impact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7432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6324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2004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Autocorrelation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5387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r=0.98 at 1h · r=0.63 at 24h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r=0.17 at 72h — signal fades fast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4408" y="3063240"/>
            <a:ext cx="27432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306324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2004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SHAP: Short Horizon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74136" y="35387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+1h: aqi_change_1h dominates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+6h: o3 single most important feature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3063240"/>
            <a:ext cx="27432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30632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32004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SHAP: Long Horizon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18504" y="35387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+48h/72h: 'day' feature dominates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relies on calendar seasonality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 in Production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1527048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5270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12064" y="13990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StandardScaler Column Mismatch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709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was predicting +669 AQI delta. Fixed by reading scaler.feature_names_in_ and building a named DataFrame — not a numpy array.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850392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21992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42316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FIX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12064" y="22951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CatBoost Categorical Type Error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26060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Time features (hour, day, month) must be passed as strings in a catboost.Pool. Float64 inputs caused immediate inference failure.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18104"/>
            <a:ext cx="850392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18104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319272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3192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FIX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12064" y="31912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132-Feature Merge Bug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3502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Parquet union with historical created 148 columns → 132 features. Fixed with column intersection to enforce 96-feature schema.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014216"/>
            <a:ext cx="850392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14216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421538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42153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FIX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12064" y="4087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Double 90-Day Window Filter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" y="43982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impute_features.py already filters to 90 days. data_loader.py re-applying it gave 0 training rows. Removed downstream filter.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39496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report_assets/dashboard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88720"/>
            <a:ext cx="53949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188720"/>
            <a:ext cx="28346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12435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14996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Cloud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keys · 2h TTL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1892808"/>
            <a:ext cx="28346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83680" y="1947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Models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20370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Auto-loads from MLflow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names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2596896"/>
            <a:ext cx="28346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83680" y="2651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Colour Coding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29077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→ Hazardous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advisory text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89320" y="3300984"/>
            <a:ext cx="28346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83680" y="33558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Alerts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0" y="36118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at AQI ≥ 150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forecast horizon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89320" y="4005072"/>
            <a:ext cx="28346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583680" y="40599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83680" y="4315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+ R² pulled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MLflow run at startup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aqi-predictor-10pearls.streamlit.app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3898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Window &gt;&gt; 2-Year History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65506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+6h R² improved from 0.803 → 0.975 with a 90-day rolling window. Recent data captures current seasonality without concept drift.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85039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57400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85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 Order is Mission-Critical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38658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scales by column position. Wrong order produced AQI delta of +669. Fixing via feature_names_in_ was the most impactful production change.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85039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88920"/>
            <a:ext cx="64008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16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552" y="28529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Reveals the Prediction Horizon Boundary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11810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48h+ the 'day' feature dominates (|SHAP|=4.95–6.78) — proof the model has exhausted its signal and requires weather forecast inputs.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85039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20440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48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" y="35844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Win at Long Horizons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84962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feature selection improves 48h Ridge R² from 0.104 → 0.379. With 2,089 rows and 96 features, long-horizon models overfit to noise.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51960"/>
            <a:ext cx="6400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79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7552" y="43159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&amp; XGBoost Dominate Ensembles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58114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4 of 6 horizons. Ridge remains competitive at +12h — fewer parameters, less overfitting on moderate training set size.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86200" y="457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🌬️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 AQI Predictor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· Serverless · Live in Production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237744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23160"/>
            <a:ext cx="23774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953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aqi-predictor-10pearls.streamlit.app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55848" y="2423160"/>
            <a:ext cx="237744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2423160"/>
            <a:ext cx="23774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55848" y="2953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github.com/TalhaArsh/aqi-predictor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34456" y="2423160"/>
            <a:ext cx="237744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34456" y="2423160"/>
            <a:ext cx="23774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34456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934456" y="2953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34456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dagshub.com/TalhaArsh/aqi-predictor.mlflow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40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Feature Pipeline   ✅ Historical Backfill   ✅ Training Pipeline   ✅ CI/CD (GitHub Actions)   ✅ Web Dashboard   ✅ EDA Notebooks   ✅ SHAP Analysis   ✅ Hazard Alerts   ✅ Final Report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Arsh  ·  10Pearls Shine Program 2026  ·  Data Science Track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Karachi AQI Predictor — MLOps Pipeline</dc:title>
  <dc:subject>PptxGenJS Presentation</dc:subject>
  <dc:creator>Talha Arsh</dc:creator>
  <cp:lastModifiedBy>Talha Arsh</cp:lastModifiedBy>
  <cp:revision>1</cp:revision>
  <dcterms:created xsi:type="dcterms:W3CDTF">2026-06-03T08:41:25Z</dcterms:created>
  <dcterms:modified xsi:type="dcterms:W3CDTF">2026-06-03T08:41:25Z</dcterms:modified>
</cp:coreProperties>
</file>